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itter"/>
      <p:regular r:id="rId201314"/>
    </p:embeddedFont>
    <p:embeddedFont>
      <p:font typeface="Bitter Bold"/>
      <p:regular r:id="rId201315"/>
    </p:embeddedFont>
    <p:embeddedFont>
      <p:font typeface="Outfi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image" Target="../media/image-4-1.png"/><Relationship Id="rId12" Type="http://schemas.openxmlformats.org/officeDocument/2006/relationships/image" Target="../media/image-4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3.png"/><Relationship Id="rId6" Type="http://schemas.openxmlformats.org/officeDocument/2006/relationships/image" Target="../media/image-9-4.svg"/><Relationship Id="rId7" Type="http://schemas.openxmlformats.org/officeDocument/2006/relationships/image" Target="../media/image-9-3.png"/><Relationship Id="rId8" Type="http://schemas.openxmlformats.org/officeDocument/2006/relationships/image" Target="../media/image-9-4.svg"/><Relationship Id="rId9" Type="http://schemas.openxmlformats.org/officeDocument/2006/relationships/image" Target="../media/image-9-3.png"/><Relationship Id="rId10" Type="http://schemas.openxmlformats.org/officeDocument/2006/relationships/image" Target="../media/image-9-4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-2.png"/><Relationship Id="rId3" Type="http://schemas.openxmlformats.org/officeDocument/2006/relationships/image" Target="../media/image-8-7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839" y="799207"/>
            <a:ext cx="3506303" cy="525958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61475" y="2099370"/>
            <a:ext cx="3329896" cy="287139"/>
          </a:xfrm>
          <a:prstGeom prst="roundRect">
            <a:avLst>
              <a:gd name="adj" fmla="val 7899"/>
            </a:avLst>
          </a:prstGeom>
          <a:solidFill>
            <a:srgbClr val="2A2C20"/>
          </a:solidFill>
          <a:ln/>
        </p:spPr>
      </p:sp>
      <p:sp>
        <p:nvSpPr>
          <p:cNvPr id="5" name="Text 1"/>
          <p:cNvSpPr/>
          <p:nvPr/>
        </p:nvSpPr>
        <p:spPr>
          <a:xfrm>
            <a:off x="774879" y="2156023"/>
            <a:ext cx="371267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CODEALPHA CYBER SECURITY INTERNSHIP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61475" y="24621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Phishing Awareness Training</a:t>
            </a:r>
            <a:endParaRPr lang="en-US" sz="3700" dirty="0"/>
          </a:p>
        </p:txBody>
      </p:sp>
      <p:sp>
        <p:nvSpPr>
          <p:cNvPr id="7" name="Text 3"/>
          <p:cNvSpPr/>
          <p:nvPr/>
        </p:nvSpPr>
        <p:spPr>
          <a:xfrm>
            <a:off x="661475" y="3336230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Task 2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· Prepared by Tharun R · Cyber Security Department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Understand phishing attacks, recognize suspicious emails and websites, and adopt safe practices to protect yourself and your organization from becoming a victim.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89" y="793849"/>
            <a:ext cx="3513446" cy="527030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64158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Is Phishing?</a:t>
            </a:r>
            <a:endParaRPr lang="en-US" sz="3500" dirty="0"/>
          </a:p>
        </p:txBody>
      </p:sp>
      <p:sp>
        <p:nvSpPr>
          <p:cNvPr id="5" name="Text 1"/>
          <p:cNvSpPr/>
          <p:nvPr/>
        </p:nvSpPr>
        <p:spPr>
          <a:xfrm>
            <a:off x="5233360" y="1384796"/>
            <a:ext cx="6296860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Phishing is a cyber attack where an attacker impersonates 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trusted person, company, or service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to trick you into revealing sensitive information. It relies on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deception and social engineering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not technical exploits.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233360" y="2703909"/>
            <a:ext cx="6296860" cy="1709142"/>
          </a:xfrm>
          <a:prstGeom prst="roundRect">
            <a:avLst>
              <a:gd name="adj" fmla="val 1581"/>
            </a:avLst>
          </a:prstGeom>
          <a:solidFill>
            <a:srgbClr val="3B3C3E"/>
          </a:solidFill>
          <a:ln/>
        </p:spPr>
      </p:sp>
      <p:sp>
        <p:nvSpPr>
          <p:cNvPr id="7" name="Text 3"/>
          <p:cNvSpPr/>
          <p:nvPr/>
        </p:nvSpPr>
        <p:spPr>
          <a:xfrm>
            <a:off x="5413438" y="2883991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Delivery Channels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413438" y="3268464"/>
            <a:ext cx="5936705" cy="964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Emails &amp; SMS messages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Social media platforms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Fake websites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233360" y="4584700"/>
            <a:ext cx="6296860" cy="1709142"/>
          </a:xfrm>
          <a:prstGeom prst="roundRect">
            <a:avLst>
              <a:gd name="adj" fmla="val 1581"/>
            </a:avLst>
          </a:prstGeom>
          <a:solidFill>
            <a:srgbClr val="3B3C3E"/>
          </a:solidFill>
          <a:ln/>
        </p:spPr>
      </p:sp>
      <p:sp>
        <p:nvSpPr>
          <p:cNvPr id="10" name="Text 6"/>
          <p:cNvSpPr/>
          <p:nvPr/>
        </p:nvSpPr>
        <p:spPr>
          <a:xfrm>
            <a:off x="5413438" y="4764782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They Target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413438" y="5149255"/>
            <a:ext cx="5936705" cy="964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Usernames &amp; passwords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Banking &amp; payment info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Personal &amp; account details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a Phishing Attack Works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268214"/>
            <a:ext cx="1147833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Most phishing attacks follow a predictable five-step sequence. Recognizing each stage helps you break the chain before damage is done.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42864"/>
            <a:ext cx="782618" cy="9392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3669" y="1799332"/>
            <a:ext cx="995655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Create a Fake Message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573669" y="2121595"/>
            <a:ext cx="995655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Attacker crafts a message impersonating a trusted organization.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582069"/>
            <a:ext cx="782618" cy="9392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73669" y="2738537"/>
            <a:ext cx="995655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Contact the Victim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73669" y="3060799"/>
            <a:ext cx="995655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Message is sent via email, SMS, social media, or another platform.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521273"/>
            <a:ext cx="782618" cy="9392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73669" y="3677741"/>
            <a:ext cx="995655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Create Urgency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573669" y="4000004"/>
            <a:ext cx="995655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"Your account will be blocked" — pressure you to act immediately.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460478"/>
            <a:ext cx="782618" cy="9392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3669" y="4616946"/>
            <a:ext cx="995655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Victim Interacts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573669" y="4939209"/>
            <a:ext cx="995655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Victim clicks a link, opens an attachment, or submits information.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5399683"/>
            <a:ext cx="782618" cy="93920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73669" y="5556151"/>
            <a:ext cx="995655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Information Collected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1573669" y="5878413"/>
            <a:ext cx="995655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Attacker uses stolen data for unauthorized access or other harmful activity.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477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to Identify a Phishing Email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159073"/>
            <a:ext cx="10868745" cy="779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2941" y="1427063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89613" y="1308001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Check the Sender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89613" y="1564580"/>
            <a:ext cx="100916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Look for unusual spelling or a domain that doesn't match the organization.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28031"/>
            <a:ext cx="10868745" cy="7796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2941" y="2296021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9613" y="2176959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Watch for Urgent Language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289613" y="2433538"/>
            <a:ext cx="100916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Messages pressuring immediate action should raise red flags.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896989"/>
            <a:ext cx="10868745" cy="7796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2941" y="3164979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89613" y="3045916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Check Spelling &amp; Grammar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289613" y="3302496"/>
            <a:ext cx="100916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Unexpected errors in professional messages are a warning sign.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765947"/>
            <a:ext cx="10868745" cy="7796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2941" y="4033937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89613" y="3914874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Hover Over Links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289613" y="4171454"/>
            <a:ext cx="100916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Check where a link actually leads before clicking.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634905"/>
            <a:ext cx="10868745" cy="77966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2941" y="4902895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89613" y="4783832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Be Careful with Attachments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289613" y="5040412"/>
            <a:ext cx="100916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Never open unexpected attachments without verifying the sender.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5503863"/>
            <a:ext cx="10868745" cy="77966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42941" y="5771852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289613" y="5652790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Never Share Sensitive Info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1289613" y="5909370"/>
            <a:ext cx="100916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Legitimate organizations won't ask for passwords via email.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690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to Identify a Fake Website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77739"/>
            <a:ext cx="3574564" cy="35746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95400" y="2860675"/>
            <a:ext cx="6941071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Phishing websites are designed to look identical to legitimate ones. A </a:t>
            </a:r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professional appearance does not guarantee authenticity.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46" y="5106045"/>
            <a:ext cx="216986" cy="2169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1661" y="5101630"/>
            <a:ext cx="4894934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Check the Domain Name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31661" y="5394127"/>
            <a:ext cx="489493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Look for subtle misspellings or unusual extensions (e.g.,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paypa1.com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).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9273" y="5106045"/>
            <a:ext cx="216986" cy="2169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35187" y="5101630"/>
            <a:ext cx="489503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Unexpected Login Pages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6635187" y="5394127"/>
            <a:ext cx="4895033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Be cautious if an unexpected message redirects you to a login page.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746" y="5830838"/>
            <a:ext cx="216986" cy="2169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31661" y="5826423"/>
            <a:ext cx="4894934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Suspicious Requests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1131661" y="6118920"/>
            <a:ext cx="4894934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site suddenly asking for sensitive info should be verified immediately.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19273" y="5830838"/>
            <a:ext cx="216986" cy="2169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35187" y="5826423"/>
            <a:ext cx="489503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 Official Sources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6635187" y="6118920"/>
            <a:ext cx="4895033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Always navigate to services directly — never through an unexpected link.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607" y="756642"/>
            <a:ext cx="3563055" cy="53447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571798"/>
            <a:ext cx="6296860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Social Engineering Tactics</a:t>
            </a:r>
            <a:endParaRPr lang="en-US" sz="2300" dirty="0"/>
          </a:p>
        </p:txBody>
      </p:sp>
      <p:sp>
        <p:nvSpPr>
          <p:cNvPr id="5" name="Text 1"/>
          <p:cNvSpPr/>
          <p:nvPr/>
        </p:nvSpPr>
        <p:spPr>
          <a:xfrm>
            <a:off x="661475" y="1051719"/>
            <a:ext cx="629686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Social engineering uses </a:t>
            </a:r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psychological manipulation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to influence behavior. Phishing attacks exploit these human tendencies: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661475" y="1441946"/>
            <a:ext cx="6296860" cy="1046758"/>
          </a:xfrm>
          <a:prstGeom prst="roundRect">
            <a:avLst>
              <a:gd name="adj" fmla="val 1693"/>
            </a:avLst>
          </a:prstGeom>
          <a:solidFill>
            <a:srgbClr val="3B3C3E"/>
          </a:solidFill>
          <a:ln/>
        </p:spPr>
      </p:sp>
      <p:sp>
        <p:nvSpPr>
          <p:cNvPr id="7" name="Shape 3"/>
          <p:cNvSpPr/>
          <p:nvPr/>
        </p:nvSpPr>
        <p:spPr>
          <a:xfrm>
            <a:off x="779542" y="1560016"/>
            <a:ext cx="354401" cy="354409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973" y="1657449"/>
            <a:ext cx="159441" cy="1594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9542" y="1988245"/>
            <a:ext cx="60607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Urgency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779542" y="2217043"/>
            <a:ext cx="60607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"You must act now" — prevents careful thinking.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661475" y="2562523"/>
            <a:ext cx="6296860" cy="1046758"/>
          </a:xfrm>
          <a:prstGeom prst="roundRect">
            <a:avLst>
              <a:gd name="adj" fmla="val 1693"/>
            </a:avLst>
          </a:prstGeom>
          <a:solidFill>
            <a:srgbClr val="3B3C3E"/>
          </a:solidFill>
          <a:ln/>
        </p:spPr>
      </p:sp>
      <p:sp>
        <p:nvSpPr>
          <p:cNvPr id="12" name="Shape 7"/>
          <p:cNvSpPr/>
          <p:nvPr/>
        </p:nvSpPr>
        <p:spPr>
          <a:xfrm>
            <a:off x="779542" y="2680593"/>
            <a:ext cx="354401" cy="354409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973" y="2778026"/>
            <a:ext cx="159441" cy="159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9542" y="3108821"/>
            <a:ext cx="60607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Fear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779542" y="3337620"/>
            <a:ext cx="60607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"Your account will be blocked" — triggers panic responses.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661475" y="3683099"/>
            <a:ext cx="6296860" cy="1046758"/>
          </a:xfrm>
          <a:prstGeom prst="roundRect">
            <a:avLst>
              <a:gd name="adj" fmla="val 1693"/>
            </a:avLst>
          </a:prstGeom>
          <a:solidFill>
            <a:srgbClr val="3B3C3E"/>
          </a:solidFill>
          <a:ln/>
        </p:spPr>
      </p:sp>
      <p:sp>
        <p:nvSpPr>
          <p:cNvPr id="17" name="Shape 11"/>
          <p:cNvSpPr/>
          <p:nvPr/>
        </p:nvSpPr>
        <p:spPr>
          <a:xfrm>
            <a:off x="779542" y="3801170"/>
            <a:ext cx="354401" cy="354409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6973" y="3898602"/>
            <a:ext cx="159441" cy="15944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9542" y="4229398"/>
            <a:ext cx="60607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Curiosity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779542" y="4458196"/>
            <a:ext cx="60607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 intriguing link or attachment encourages impulsive clicks.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661475" y="4803676"/>
            <a:ext cx="6296860" cy="1046758"/>
          </a:xfrm>
          <a:prstGeom prst="roundRect">
            <a:avLst>
              <a:gd name="adj" fmla="val 1693"/>
            </a:avLst>
          </a:prstGeom>
          <a:solidFill>
            <a:srgbClr val="3B3C3E"/>
          </a:solidFill>
          <a:ln/>
        </p:spPr>
      </p:sp>
      <p:sp>
        <p:nvSpPr>
          <p:cNvPr id="22" name="Shape 15"/>
          <p:cNvSpPr/>
          <p:nvPr/>
        </p:nvSpPr>
        <p:spPr>
          <a:xfrm>
            <a:off x="779542" y="4921746"/>
            <a:ext cx="354401" cy="354409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6973" y="5019179"/>
            <a:ext cx="159441" cy="15944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79542" y="5349974"/>
            <a:ext cx="60607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Trust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779542" y="5578773"/>
            <a:ext cx="60607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Impersonating banks, companies, or known contacts to lower defenses.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661475" y="5933480"/>
            <a:ext cx="6296860" cy="352723"/>
          </a:xfrm>
          <a:prstGeom prst="roundRect">
            <a:avLst>
              <a:gd name="adj" fmla="val 5024"/>
            </a:avLst>
          </a:prstGeom>
          <a:solidFill>
            <a:srgbClr val="474A35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542" y="6041330"/>
            <a:ext cx="147634" cy="11807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45243" y="6036766"/>
            <a:ext cx="640460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Attackers target </a:t>
            </a:r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human behavior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not just technology — awareness is your strongest defense.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00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Best Practices to Stay Safe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77156"/>
            <a:ext cx="330688" cy="330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888728"/>
            <a:ext cx="53438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Think Before You Click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2234009"/>
            <a:ext cx="534388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Don't click links just because a message looks urgent.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6234" y="1377156"/>
            <a:ext cx="330688" cy="3306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6234" y="1888728"/>
            <a:ext cx="5343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Verify Unexpected Requests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86234" y="2234009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Confirm using an official contact method — not the one provided in the message.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019524"/>
            <a:ext cx="330688" cy="3306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531096"/>
            <a:ext cx="53438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 Strong Passwords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61475" y="3876377"/>
            <a:ext cx="534388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 unique, complex passwords for every account.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6234" y="3019524"/>
            <a:ext cx="330688" cy="3306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86234" y="3531096"/>
            <a:ext cx="5343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Enable MFA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186234" y="3876377"/>
            <a:ext cx="534398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Multi-factor authentication adds a critical extra layer of protection.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413845"/>
            <a:ext cx="330688" cy="3306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4925417"/>
            <a:ext cx="53438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Keep Software Updated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61475" y="5270698"/>
            <a:ext cx="534388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Regular updates patch known vulnerabilities attackers exploit.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6234" y="4413845"/>
            <a:ext cx="330688" cy="3306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86234" y="4925417"/>
            <a:ext cx="5343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Report Suspicious Messages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186234" y="5270698"/>
            <a:ext cx="534398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Report phishing attempts instead of forwarding them to others.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61475" y="5681464"/>
            <a:ext cx="10868745" cy="605433"/>
          </a:xfrm>
          <a:prstGeom prst="roundRect">
            <a:avLst>
              <a:gd name="adj" fmla="val 4098"/>
            </a:avLst>
          </a:prstGeom>
          <a:solidFill>
            <a:srgbClr val="474A35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769" y="5894189"/>
            <a:ext cx="206667" cy="16529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98731" y="5867400"/>
            <a:ext cx="1077578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Remember: STOP → CHECK → VERIFY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before taking any action on an unexpected message.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682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Real-World Phishing Scenario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6582" y="1362869"/>
            <a:ext cx="5469594" cy="4832449"/>
          </a:xfrm>
          <a:prstGeom prst="roundRect">
            <a:avLst>
              <a:gd name="adj" fmla="val 495"/>
            </a:avLst>
          </a:prstGeom>
          <a:solidFill>
            <a:srgbClr val="1F2D1B"/>
          </a:solidFill>
          <a:ln/>
        </p:spPr>
      </p:sp>
      <p:sp>
        <p:nvSpPr>
          <p:cNvPr id="4" name="Text 2"/>
          <p:cNvSpPr/>
          <p:nvPr/>
        </p:nvSpPr>
        <p:spPr>
          <a:xfrm>
            <a:off x="706023" y="1497409"/>
            <a:ext cx="515071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Message You Receive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45233" y="2018903"/>
            <a:ext cx="491150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"Your online account will be suspended today. Verify your account immediately using the link provided."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06023" y="1897856"/>
            <a:ext cx="19050" cy="712391"/>
          </a:xfrm>
          <a:prstGeom prst="roundRect">
            <a:avLst>
              <a:gd name="adj" fmla="val 49999"/>
            </a:avLst>
          </a:prstGeom>
          <a:solidFill>
            <a:srgbClr val="9FA582"/>
          </a:solidFill>
          <a:ln/>
        </p:spPr>
      </p:sp>
      <p:sp>
        <p:nvSpPr>
          <p:cNvPr id="7" name="Text 5"/>
          <p:cNvSpPr/>
          <p:nvPr/>
        </p:nvSpPr>
        <p:spPr>
          <a:xfrm>
            <a:off x="706023" y="2761555"/>
            <a:ext cx="515071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At first glance, it looks like a normal account notification. But look closer.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6760" y="1497409"/>
            <a:ext cx="5239810" cy="25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Warning Signs</a:t>
            </a:r>
            <a:endParaRPr lang="en-US" sz="1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6760" y="1904206"/>
            <a:ext cx="5239810" cy="9758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51449" y="2082701"/>
            <a:ext cx="480663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Unexpected Message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551449" y="2466380"/>
            <a:ext cx="480663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You weren't expecting an account verification request.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6760" y="3014563"/>
            <a:ext cx="5239810" cy="9758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51449" y="3193058"/>
            <a:ext cx="480663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Urgent Language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51449" y="3576737"/>
            <a:ext cx="480663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Designed to make you act without thinking.</a:t>
            </a:r>
            <a:endParaRPr lang="en-US" sz="1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6760" y="4124920"/>
            <a:ext cx="5239810" cy="9758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51449" y="4303415"/>
            <a:ext cx="480663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Suspicious Link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551449" y="4687094"/>
            <a:ext cx="480663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You're asked to use a provided link instead of navigating directly.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96760" y="5252045"/>
            <a:ext cx="5239810" cy="791964"/>
          </a:xfrm>
          <a:prstGeom prst="roundRect">
            <a:avLst>
              <a:gd name="adj" fmla="val 3021"/>
            </a:avLst>
          </a:prstGeom>
          <a:solidFill>
            <a:srgbClr val="474A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6201" y="5451872"/>
            <a:ext cx="199325" cy="15944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4967" y="5412879"/>
            <a:ext cx="4562162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What to do: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Don't click the link. Open the service's official website separately and check your account status directly.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93261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463" y="779760"/>
            <a:ext cx="3581906" cy="5372993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61475" y="519807"/>
            <a:ext cx="798790" cy="143470"/>
          </a:xfrm>
          <a:prstGeom prst="roundRect">
            <a:avLst>
              <a:gd name="adj" fmla="val 7905"/>
            </a:avLst>
          </a:prstGeom>
          <a:solidFill>
            <a:srgbClr val="2A2C20"/>
          </a:solidFill>
          <a:ln/>
        </p:spPr>
      </p:sp>
      <p:sp>
        <p:nvSpPr>
          <p:cNvPr id="5" name="Text 1"/>
          <p:cNvSpPr/>
          <p:nvPr/>
        </p:nvSpPr>
        <p:spPr>
          <a:xfrm>
            <a:off x="718127" y="548084"/>
            <a:ext cx="1295070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INTERACTIVE QUIZ</a:t>
            </a:r>
            <a:endParaRPr lang="en-US" sz="550" dirty="0"/>
          </a:p>
        </p:txBody>
      </p:sp>
      <p:sp>
        <p:nvSpPr>
          <p:cNvPr id="6" name="Text 2"/>
          <p:cNvSpPr/>
          <p:nvPr/>
        </p:nvSpPr>
        <p:spPr>
          <a:xfrm>
            <a:off x="661475" y="682129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Test Your Knowledge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048246"/>
            <a:ext cx="6296860" cy="13057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753203" y="1119088"/>
            <a:ext cx="113404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768628" y="1426170"/>
            <a:ext cx="60825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Question 1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768628" y="1602085"/>
            <a:ext cx="60825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You receive an unexpected email asking you to click a link immediately. What should you do?</a:t>
            </a:r>
            <a:endParaRPr lang="en-US" sz="700" dirty="0"/>
          </a:p>
        </p:txBody>
      </p:sp>
      <p:sp>
        <p:nvSpPr>
          <p:cNvPr id="11" name="Text 6"/>
          <p:cNvSpPr/>
          <p:nvPr/>
        </p:nvSpPr>
        <p:spPr>
          <a:xfrm>
            <a:off x="768628" y="1743770"/>
            <a:ext cx="608255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A) Click the link immediately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B) Verify the message first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✅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C) Share it with friends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D) Enter your password</a:t>
            </a:r>
            <a:endParaRPr lang="en-US" sz="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401193"/>
            <a:ext cx="6296860" cy="13057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53203" y="2472035"/>
            <a:ext cx="113404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768628" y="2779117"/>
            <a:ext cx="60825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Question 2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768628" y="2955032"/>
            <a:ext cx="60825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should you check before entering information on a website?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768628" y="3096716"/>
            <a:ext cx="608255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A) Number of images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B) Website address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✅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C) Page background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D) Font size</a:t>
            </a:r>
            <a:endParaRPr lang="en-US" sz="7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754140"/>
            <a:ext cx="6296860" cy="13057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53203" y="3824982"/>
            <a:ext cx="113404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768628" y="4132064"/>
            <a:ext cx="60825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Question 3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768628" y="4307979"/>
            <a:ext cx="60825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is the main goal of a phishing attack?</a:t>
            </a:r>
            <a:endParaRPr lang="en-US" sz="700" dirty="0"/>
          </a:p>
        </p:txBody>
      </p:sp>
      <p:sp>
        <p:nvSpPr>
          <p:cNvPr id="21" name="Text 14"/>
          <p:cNvSpPr/>
          <p:nvPr/>
        </p:nvSpPr>
        <p:spPr>
          <a:xfrm>
            <a:off x="768628" y="4449663"/>
            <a:ext cx="608255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A) Improve computer speed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B) Collect sensitive information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✅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C) Design websites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D) Send advertisements</a:t>
            </a:r>
            <a:endParaRPr lang="en-US" sz="7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107087"/>
            <a:ext cx="6296860" cy="130571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753203" y="5177929"/>
            <a:ext cx="113404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16"/>
          <p:cNvSpPr/>
          <p:nvPr/>
        </p:nvSpPr>
        <p:spPr>
          <a:xfrm>
            <a:off x="768628" y="5485011"/>
            <a:ext cx="60825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Question 4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768628" y="5660926"/>
            <a:ext cx="60825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does MFA stand for?</a:t>
            </a:r>
            <a:endParaRPr lang="en-US" sz="700" dirty="0"/>
          </a:p>
        </p:txBody>
      </p:sp>
      <p:sp>
        <p:nvSpPr>
          <p:cNvPr id="26" name="Text 18"/>
          <p:cNvSpPr/>
          <p:nvPr/>
        </p:nvSpPr>
        <p:spPr>
          <a:xfrm>
            <a:off x="768628" y="5802610"/>
            <a:ext cx="608255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A) Multi-Factor Authentication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✅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B) Multiple File Access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C) Main Function Application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D) Manual Feature Activation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8" y="783233"/>
            <a:ext cx="3527535" cy="529153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60090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Takeaways</a:t>
            </a:r>
            <a:endParaRPr lang="en-US" sz="3150" dirty="0"/>
          </a:p>
        </p:txBody>
      </p:sp>
      <p:sp>
        <p:nvSpPr>
          <p:cNvPr id="5" name="Shape 1"/>
          <p:cNvSpPr/>
          <p:nvPr/>
        </p:nvSpPr>
        <p:spPr>
          <a:xfrm>
            <a:off x="5233360" y="1277045"/>
            <a:ext cx="6296860" cy="903982"/>
          </a:xfrm>
          <a:prstGeom prst="roundRect">
            <a:avLst>
              <a:gd name="adj" fmla="val 2695"/>
            </a:avLst>
          </a:prstGeom>
          <a:solidFill>
            <a:srgbClr val="3B3C3E"/>
          </a:solidFill>
          <a:ln/>
        </p:spPr>
      </p:sp>
      <p:sp>
        <p:nvSpPr>
          <p:cNvPr id="6" name="Text 2"/>
          <p:cNvSpPr/>
          <p:nvPr/>
        </p:nvSpPr>
        <p:spPr>
          <a:xfrm>
            <a:off x="5395778" y="1439466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Phishing Uses Deception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395778" y="1777008"/>
            <a:ext cx="59720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Attackers rely on social engineering, not technical exploits.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233360" y="2320528"/>
            <a:ext cx="6296860" cy="903982"/>
          </a:xfrm>
          <a:prstGeom prst="roundRect">
            <a:avLst>
              <a:gd name="adj" fmla="val 2695"/>
            </a:avLst>
          </a:prstGeom>
          <a:solidFill>
            <a:srgbClr val="3B3C3E"/>
          </a:solidFill>
          <a:ln/>
        </p:spPr>
      </p:sp>
      <p:sp>
        <p:nvSpPr>
          <p:cNvPr id="9" name="Text 5"/>
          <p:cNvSpPr/>
          <p:nvPr/>
        </p:nvSpPr>
        <p:spPr>
          <a:xfrm>
            <a:off x="5395778" y="2482949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Check Before You Click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395778" y="2820491"/>
            <a:ext cx="59720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Verify senders, links, and website addresses before interacting.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233360" y="3364012"/>
            <a:ext cx="6296860" cy="903982"/>
          </a:xfrm>
          <a:prstGeom prst="roundRect">
            <a:avLst>
              <a:gd name="adj" fmla="val 2695"/>
            </a:avLst>
          </a:prstGeom>
          <a:solidFill>
            <a:srgbClr val="3B3C3E"/>
          </a:solidFill>
          <a:ln/>
        </p:spPr>
      </p:sp>
      <p:sp>
        <p:nvSpPr>
          <p:cNvPr id="12" name="Text 8"/>
          <p:cNvSpPr/>
          <p:nvPr/>
        </p:nvSpPr>
        <p:spPr>
          <a:xfrm>
            <a:off x="5395778" y="3526433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Urgency Is a Warning Sign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395778" y="3863975"/>
            <a:ext cx="59720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Messages pressuring immediate action are often phishing attempts.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233360" y="4407495"/>
            <a:ext cx="6296860" cy="903982"/>
          </a:xfrm>
          <a:prstGeom prst="roundRect">
            <a:avLst>
              <a:gd name="adj" fmla="val 2695"/>
            </a:avLst>
          </a:prstGeom>
          <a:solidFill>
            <a:srgbClr val="3B3C3E"/>
          </a:solidFill>
          <a:ln/>
        </p:spPr>
      </p:sp>
      <p:sp>
        <p:nvSpPr>
          <p:cNvPr id="15" name="Text 11"/>
          <p:cNvSpPr/>
          <p:nvPr/>
        </p:nvSpPr>
        <p:spPr>
          <a:xfrm>
            <a:off x="5395778" y="4569916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 Strong Security Habits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395778" y="4907459"/>
            <a:ext cx="59720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Strong passwords, MFA, and updated software reduce your risk.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233360" y="5468441"/>
            <a:ext cx="6296860" cy="829469"/>
          </a:xfrm>
          <a:prstGeom prst="roundRect">
            <a:avLst>
              <a:gd name="adj" fmla="val 2937"/>
            </a:avLst>
          </a:prstGeom>
          <a:solidFill>
            <a:srgbClr val="474A3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778" y="5671443"/>
            <a:ext cx="202996" cy="1624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61191" y="5648523"/>
            <a:ext cx="5606612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Remember: STOP → CHECK → VERIFY.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Taking a moment to think before acting can prevent most phishing attacks.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2026-09-18T16:35:51Z</dcterms:created>
  <dcterms:modified xsi:type="dcterms:W3CDTF">2026-09-18T16:35:51Z</dcterms:modified>
</cp:coreProperties>
</file>